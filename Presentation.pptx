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914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TITLE BOXING — MEMBER PORTAL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TITLE SLIDE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YOUR GYM, ONLINE.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 Custom Digital Platform for [Gym Name]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Built by [Your Name]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[Today's Date]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PROBLEM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Opening a gym? You need more than equipment.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Members expect to sign up and pay online — not walk in with cash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Paper waivers get lost, create liability gaps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Manual check-in sheets are slow and unreliable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Off-the-shelf platforms like Mindbody charge $200–$400/month + transaction fees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You deserve a platform that's YOURS — not rented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THE SOLUTION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 fully custom platform — built for YOUR gym.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Premium landing page that looks like a million-dollar brand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Online membership sign-up with Stripe payments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Digital waiver signatures (no more paper)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QR code check-in at the front desk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Family/household management for family plans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Full admin dashboard for staff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Class schedule page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Mobile-friendly — works on any device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Everything goes directly to YOUR Stripe account.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I never touch your money.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LIVE DEMO: THE MEMBER EXPERIENCE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[DEMO — show these on screen]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Dev Site: https://boxing-site-git-dev-usmanjchaudhrys-projects.vercel.app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1. Landing Page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Premium design, gym gallery, address, hours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2. Registration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Member creates an account in 30 seconds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3. Choose a Plan &amp; Pay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Stripe checkout — money goes directly to your bank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4. Member Dashboard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QR code for check-in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Add family members (dependents)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Sign digital waivers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5. Class Schedule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Browse weekly classes, filter by type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LIVE DEMO: THE STAFF EXPERIENCE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[DEMO — show these on screen]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Dev Site: https://boxing-site-git-dev-usmanjchaudhrys-projects.vercel.app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1. Admin Dashboard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Total members, active subscriptions, today's check-ins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2. QR Check-in Scanner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Scan a member's phone at the front desk — instant check-in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3. Member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View all members, change roles, see waiver status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4. Payment History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See every Stripe transaction in real time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5. Cash Payment Recording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Record walk-in cash payments and link to a plan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HOW PAYMENTS WORK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Stripe — the same platform used by Amazon, Shopify, and Lyft.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Members pay online → money lands in YOUR bank account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Automatic recurring billing (monthly plans)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Failed payment handling — members get notified automatically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Full transaction history visible in your admin dashboard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Test mode right now — goes live when you create your Stripe business account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You see every dollar. I see none.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VS. GLOFOX, MINDBODY &amp; OFF-THE-SHELF PLATFORMS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"But can't we just use Glofox or Mindbody?"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Let's break down the REAL cost. There are 3 types of fees: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─────────────────────────────────────────────────────────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FEE #1: MONTHLY BASE FEE (the subscription to use their software)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Glofox charges $110–$250+/month just to log in and use 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This is a flat fee you pay whether you have 5 members or 500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Think of it like rent — you pay it just to exist on their platform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FEE #2: PLATFORM TRANSACTION FEE (their cut of every sale)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Glofox/Mindbody take an additional 2–2.5% of every payment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This is THEIR fee — on top of credit card processing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At $25K/month revenue, that's ~$500–$625/month going to THEM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FEE #3: CREDIT CARD PROCESSING (Stripe — everyone pays this)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Stripe charges 2.9% + 30¢ per transaction to process the card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This is unavoidable — every business pays this no matter what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At $25K/month, that's ~$725/month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This fee is the SAME whether you use Glofox, me, or anyone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─────────────────────────────────────────────────────────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SIDE-BY-SIDE AT $25K/MONTH REVENUE: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GLOFOX:                              YOUR CUSTOM PLATFORM: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Base fee:        ~$200/mo            Base fee:         $0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Their cut (2.5%): ~$625/mo           My cut (3%):     $750/mo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Stripe (2.9%):   ~$725/mo            Stripe (2.9%):  ~$725/mo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────────────────────────             ────────────────────────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TOTAL:          ~$1,550/mo           TOTAL:          ~$1,475/mo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You own: NOTHING                     You own: EVERYTHING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─────────────────────────────────────────────────────────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BONUS: CASH PAYMENTS — We handle those too.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Walk-in pays cash? Staff logs it in the admin panel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Tracks who paid, what plan, date, and notes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Full cash payment history — no revenue falls through the cracks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• Glofox charges extra for POS features. Ours is built in.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─────────────────────────────────────────────────────────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WHY CUSTOM WINS: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❌ Glofox/Mindbody                   ✅ Your Custom Platform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──────────────────────               ──────────────────────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You're renting                       You OWN it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Generic template look                Premium brand — built for YOU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Platform fees on EVERY transaction   No extra transaction fees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Call a support queue                 Call ME — fixed same day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Same features as every gym           Custom features when you need them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They raise prices? You're stuck.     Your cost only grows with revenue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They shut down? You lose everything. Your site exists forever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Cash payments? Extra add-on.         Built in — staff logs it directly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MY PRICING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I'm offering a partnership model, not a bill.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Setup Fee:          $1,500 (vs $15,000+ market rate — 90% off)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Monthly:            3% of revenue processed through the platform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Minimum Monthly:    $200/month floor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What's included: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Hosting &amp; domain management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Bug fixes &amp; maintenance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Security updates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Minor feature additions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✅ Ongoing support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What this means at different revenue levels: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$10K/month revenue  →  You pay $300/month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$25K/month revenue  →  You pay $750/month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$50K/month revenue  →  You pay $1,500/month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Compare to Mindbody at $300+/month PLUS their transaction fees.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WHAT I NEED FROM YOU TO GO LIVE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To launch your production site, I need: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1. 🏷️  GYM NAME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What you want the site to say everywhere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2. 🎨  BRAND COLORS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Primary color, accent color (or I'll work with you on it)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3. 🖼️  LOGO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If you have one designed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4. 📸  PHOTOS (see next slide)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5. 💳  STRIPE ACCOUNT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Create a free Stripe business account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Share access so I can connect payments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6. 📅  CLASS SCHEDULE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Your actual classes, times, coaches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7. 🌐  DOMAIN NAME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→ e.g. yourgymname.com (I can help purchase &amp; set up)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Timeline: 1–2 days after receiving these items.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ABOUT PHOTOS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The current site uses AI-generated gym photos as placeholders.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They look great — but YOUR gym will look better.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BEST OPTION (Recommended):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→ Take professional photos of your actual gym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→ The ring, heavy bags, training areas, weight room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→ Action shots of classes and training sessions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→ Even phone photos in good lighting work great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I need 6–10 photos: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Gym interior / main floor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Boxing ring (if applicable)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Training in action (bag work, mitt work)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Group class in session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Weight / conditioning area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• Equipment close-ups (gloves, wraps, etc.)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ALTERNATIVE: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→ I can source professional stock photos or generate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   custom AI images that match your gym's vibe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→ This works for launch, then swap in real photos later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BOTTOM LINE: Real photos of YOUR gym will always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convert more members than stock photos.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TODAY: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☐ You decide on the gym name and brand direction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☐ Start gathering photos (even phone pics work)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THIS WEEK: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☐ Create your Stripe business account (free, 10 min)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☐ Send me your class schedule and coach names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☐ Finalize your membership plan names and prices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LAUNCH: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☐ I push to production with your custom domain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☐ Site goes live — start accepting members online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☐ I train your front desk staff on the admin panel (15 min)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</a:rPr>
              <a:t>Let's build something great. 🥊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2026-09-27T19:29:50Z</dcterms:created>
  <dcterms:modified xsi:type="dcterms:W3CDTF">2026-09-27T19:29:50Z</dcterms:modified>
</cp:coreProperties>
</file>